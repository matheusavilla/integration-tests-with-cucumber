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" charset="1" panose="00000500000000000000"/>
      <p:regular r:id="rId11"/>
    </p:embeddedFont>
    <p:embeddedFont>
      <p:font typeface="Open Sauce Semi-Bold" charset="1" panose="00000700000000000000"/>
      <p:regular r:id="rId12"/>
    </p:embeddedFont>
    <p:embeddedFont>
      <p:font typeface="Open Sauce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3177601"/>
            <a:ext cx="15430500" cy="171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Views Materializadas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8613" y="5366070"/>
            <a:ext cx="1187077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que são, como funcionam e como implementá-las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que são views materializadas?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4697396"/>
            <a:ext cx="7000875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 views materializadas são visualizações criadas a partir de uma query SQL original que gravam o resultado da mesma diretamente no disco, então sempre que são chamadas, elas não executam a query original novamente, tornando o processamento mais rápido, praticamente instantâneo.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3856265"/>
            <a:ext cx="700087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Resultado “pré-computado”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58375" y="4697396"/>
            <a:ext cx="7000875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 views materializadas apesar de guardarem o resultado de uma query original no disco, não atualizam este resultado automaticamente, então é necessário que seja implementado um mecanismo de refresh para que a query original seja invocada novamente e atualize o resultado exibido.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58375" y="3856265"/>
            <a:ext cx="700087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Refresh necessário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481965"/>
            <a:ext cx="15430500" cy="24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Como as views materializadas funcionam?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8942" y="4040505"/>
            <a:ext cx="16580358" cy="521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banco de dados executa a query base que originou a view materializada;</a:t>
            </a:r>
          </a:p>
          <a:p>
            <a:pPr algn="just">
              <a:lnSpc>
                <a:spcPts val="3780"/>
              </a:lnSpc>
            </a:pP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resultado então é persistido fisicamente em disco;</a:t>
            </a:r>
          </a:p>
          <a:p>
            <a:pPr algn="just">
              <a:lnSpc>
                <a:spcPts val="3780"/>
              </a:lnSpc>
            </a:pP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view materializada, por sua vez, quando for acionada, irá ler o resultado da query base que se encontra persistido no disco;</a:t>
            </a:r>
          </a:p>
          <a:p>
            <a:pPr algn="just">
              <a:lnSpc>
                <a:spcPts val="3780"/>
              </a:lnSpc>
            </a:pP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resultado obtido ficará “congelado” e precisará ser atualizado em algum momento;</a:t>
            </a:r>
          </a:p>
          <a:p>
            <a:pPr algn="just">
              <a:lnSpc>
                <a:spcPts val="3780"/>
              </a:lnSpc>
            </a:pP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Por fim, o método de “refresh” é acionado para que a query base seja executada novamente e atualize o resultado que será exibido pela view materializada nas próximas execuções;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794081"/>
            <a:ext cx="13376618" cy="2114237"/>
          </a:xfrm>
          <a:custGeom>
            <a:avLst/>
            <a:gdLst/>
            <a:ahLst/>
            <a:cxnLst/>
            <a:rect r="r" b="b" t="t" l="l"/>
            <a:pathLst>
              <a:path h="2114237" w="13376618">
                <a:moveTo>
                  <a:pt x="0" y="0"/>
                </a:moveTo>
                <a:lnTo>
                  <a:pt x="13376618" y="0"/>
                </a:lnTo>
                <a:lnTo>
                  <a:pt x="13376618" y="2114238"/>
                </a:lnTo>
                <a:lnTo>
                  <a:pt x="0" y="2114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455054"/>
            <a:ext cx="13964945" cy="1945603"/>
          </a:xfrm>
          <a:custGeom>
            <a:avLst/>
            <a:gdLst/>
            <a:ahLst/>
            <a:cxnLst/>
            <a:rect r="r" b="b" t="t" l="l"/>
            <a:pathLst>
              <a:path h="1945603" w="13964945">
                <a:moveTo>
                  <a:pt x="0" y="0"/>
                </a:moveTo>
                <a:lnTo>
                  <a:pt x="13964945" y="0"/>
                </a:lnTo>
                <a:lnTo>
                  <a:pt x="13964945" y="1945603"/>
                </a:lnTo>
                <a:lnTo>
                  <a:pt x="0" y="194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t="0" r="-66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8750" y="605409"/>
            <a:ext cx="15430500" cy="222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Como as views materializadas são implementadas?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09619" y="1580769"/>
          <a:ext cx="10668762" cy="8305800"/>
        </p:xfrm>
        <a:graphic>
          <a:graphicData uri="http://schemas.openxmlformats.org/drawingml/2006/table">
            <a:tbl>
              <a:tblPr/>
              <a:tblGrid>
                <a:gridCol w="2434394"/>
                <a:gridCol w="2434394"/>
                <a:gridCol w="5799975"/>
              </a:tblGrid>
              <a:tr h="10238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View Normal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View Materializada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071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Dados persistidos em disco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Toda vez em que a view é chamada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Apenas durante o refresh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Query reexecutada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9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Para queries com muitos joins e com volumetria alta, acaba sendo lenta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Capaz de fazer com que queries de milhões de registros retornem instantaneamente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Estará sempre atualizada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Dependerá de um mecanismo de refresh para atualizar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Atualização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Baixo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Uso de memória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É indexável?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580894" y="215519"/>
            <a:ext cx="15430500" cy="105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80"/>
              </a:lnSpc>
              <a:spcBef>
                <a:spcPct val="0"/>
              </a:spcBef>
            </a:pPr>
            <a:r>
              <a:rPr lang="en-US" sz="6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View Normal x View Materializada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DAG-6NpY7q4</dc:identifier>
  <dcterms:modified xsi:type="dcterms:W3CDTF">2011-08-01T06:04:30Z</dcterms:modified>
  <cp:revision>1</cp:revision>
  <dc:title>Views Materializadas</dc:title>
</cp:coreProperties>
</file>